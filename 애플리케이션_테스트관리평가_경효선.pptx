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1" r:id="rId3"/>
    <p:sldId id="262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530D0-6AD5-4C53-B2DB-1987AF8B1E35}" type="datetimeFigureOut">
              <a:rPr lang="ko-KR" altLang="en-US" smtClean="0"/>
              <a:t>2023-07-20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27FBB-7B2D-4FBA-B16B-383D14BCB1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6211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530D0-6AD5-4C53-B2DB-1987AF8B1E35}" type="datetimeFigureOut">
              <a:rPr lang="ko-KR" altLang="en-US" smtClean="0"/>
              <a:t>2023-07-20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27FBB-7B2D-4FBA-B16B-383D14BCB1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5345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530D0-6AD5-4C53-B2DB-1987AF8B1E35}" type="datetimeFigureOut">
              <a:rPr lang="ko-KR" altLang="en-US" smtClean="0"/>
              <a:t>2023-07-20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27FBB-7B2D-4FBA-B16B-383D14BCB1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0264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530D0-6AD5-4C53-B2DB-1987AF8B1E35}" type="datetimeFigureOut">
              <a:rPr lang="ko-KR" altLang="en-US" smtClean="0"/>
              <a:t>2023-07-20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27FBB-7B2D-4FBA-B16B-383D14BCB1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9610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530D0-6AD5-4C53-B2DB-1987AF8B1E35}" type="datetimeFigureOut">
              <a:rPr lang="ko-KR" altLang="en-US" smtClean="0"/>
              <a:t>2023-07-20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27FBB-7B2D-4FBA-B16B-383D14BCB1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1569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530D0-6AD5-4C53-B2DB-1987AF8B1E35}" type="datetimeFigureOut">
              <a:rPr lang="ko-KR" altLang="en-US" smtClean="0"/>
              <a:t>2023-07-20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27FBB-7B2D-4FBA-B16B-383D14BCB1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56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530D0-6AD5-4C53-B2DB-1987AF8B1E35}" type="datetimeFigureOut">
              <a:rPr lang="ko-KR" altLang="en-US" smtClean="0"/>
              <a:t>2023-07-20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27FBB-7B2D-4FBA-B16B-383D14BCB1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0380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530D0-6AD5-4C53-B2DB-1987AF8B1E35}" type="datetimeFigureOut">
              <a:rPr lang="ko-KR" altLang="en-US" smtClean="0"/>
              <a:t>2023-07-20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27FBB-7B2D-4FBA-B16B-383D14BCB1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2461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530D0-6AD5-4C53-B2DB-1987AF8B1E35}" type="datetimeFigureOut">
              <a:rPr lang="ko-KR" altLang="en-US" smtClean="0"/>
              <a:t>2023-07-20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27FBB-7B2D-4FBA-B16B-383D14BCB1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6359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530D0-6AD5-4C53-B2DB-1987AF8B1E35}" type="datetimeFigureOut">
              <a:rPr lang="ko-KR" altLang="en-US" smtClean="0"/>
              <a:t>2023-07-20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27FBB-7B2D-4FBA-B16B-383D14BCB1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5358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530D0-6AD5-4C53-B2DB-1987AF8B1E35}" type="datetimeFigureOut">
              <a:rPr lang="ko-KR" altLang="en-US" smtClean="0"/>
              <a:t>2023-07-20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27FBB-7B2D-4FBA-B16B-383D14BCB1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6407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6530D0-6AD5-4C53-B2DB-1987AF8B1E35}" type="datetimeFigureOut">
              <a:rPr lang="ko-KR" altLang="en-US" smtClean="0"/>
              <a:t>2023-07-20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C27FBB-7B2D-4FBA-B16B-383D14BCB1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5939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4473" y="3042459"/>
            <a:ext cx="5401861" cy="75405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dirty="0" smtClean="0">
                <a:solidFill>
                  <a:schemeClr val="bg1"/>
                </a:solidFill>
              </a:rPr>
              <a:t>애플리케이션 테스트 관리 평가</a:t>
            </a:r>
            <a:r>
              <a:rPr lang="en-US" altLang="ko-KR" sz="1500" dirty="0" smtClean="0">
                <a:solidFill>
                  <a:schemeClr val="bg1"/>
                </a:solidFill>
              </a:rPr>
              <a:t>_</a:t>
            </a:r>
            <a:r>
              <a:rPr lang="ko-KR" altLang="en-US" sz="1500" dirty="0" smtClean="0">
                <a:solidFill>
                  <a:schemeClr val="bg1"/>
                </a:solidFill>
              </a:rPr>
              <a:t>경 효선</a:t>
            </a:r>
            <a:endParaRPr lang="en-US" altLang="ko-KR" sz="1500" dirty="0" smtClean="0">
              <a:solidFill>
                <a:schemeClr val="bg1"/>
              </a:solidFill>
            </a:endParaRPr>
          </a:p>
          <a:p>
            <a:pPr algn="ctr"/>
            <a:endParaRPr lang="en-US" altLang="ko-KR" sz="1500" dirty="0" smtClean="0">
              <a:solidFill>
                <a:schemeClr val="bg1"/>
              </a:solidFill>
            </a:endParaRPr>
          </a:p>
          <a:p>
            <a:pPr algn="ctr"/>
            <a:r>
              <a:rPr lang="en-US" altLang="ko-KR" sz="1300" dirty="0" smtClean="0">
                <a:solidFill>
                  <a:schemeClr val="bg1"/>
                </a:solidFill>
              </a:rPr>
              <a:t>2023. 07. 31</a:t>
            </a:r>
            <a:endParaRPr lang="ko-KR" altLang="en-US" sz="13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4909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5001384" y="697005"/>
            <a:ext cx="2395878" cy="46788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테스트 케이스 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게시판</a:t>
            </a:r>
            <a:r>
              <a:rPr lang="en-US" altLang="ko-KR" sz="1400" dirty="0" smtClean="0"/>
              <a:t>)</a:t>
            </a:r>
            <a:endParaRPr lang="ko-KR" altLang="en-US" sz="1400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4013020"/>
              </p:ext>
            </p:extLst>
          </p:nvPr>
        </p:nvGraphicFramePr>
        <p:xfrm>
          <a:off x="134448" y="1387883"/>
          <a:ext cx="11758613" cy="256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998">
                  <a:extLst>
                    <a:ext uri="{9D8B030D-6E8A-4147-A177-3AD203B41FA5}">
                      <a16:colId xmlns:a16="http://schemas.microsoft.com/office/drawing/2014/main" val="892865937"/>
                    </a:ext>
                  </a:extLst>
                </a:gridCol>
                <a:gridCol w="1914998">
                  <a:extLst>
                    <a:ext uri="{9D8B030D-6E8A-4147-A177-3AD203B41FA5}">
                      <a16:colId xmlns:a16="http://schemas.microsoft.com/office/drawing/2014/main" val="1750994283"/>
                    </a:ext>
                  </a:extLst>
                </a:gridCol>
                <a:gridCol w="3897849">
                  <a:extLst>
                    <a:ext uri="{9D8B030D-6E8A-4147-A177-3AD203B41FA5}">
                      <a16:colId xmlns:a16="http://schemas.microsoft.com/office/drawing/2014/main" val="2324066681"/>
                    </a:ext>
                  </a:extLst>
                </a:gridCol>
                <a:gridCol w="2782261">
                  <a:extLst>
                    <a:ext uri="{9D8B030D-6E8A-4147-A177-3AD203B41FA5}">
                      <a16:colId xmlns:a16="http://schemas.microsoft.com/office/drawing/2014/main" val="698306293"/>
                    </a:ext>
                  </a:extLst>
                </a:gridCol>
                <a:gridCol w="679938">
                  <a:extLst>
                    <a:ext uri="{9D8B030D-6E8A-4147-A177-3AD203B41FA5}">
                      <a16:colId xmlns:a16="http://schemas.microsoft.com/office/drawing/2014/main" val="1087854421"/>
                    </a:ext>
                  </a:extLst>
                </a:gridCol>
                <a:gridCol w="568569">
                  <a:extLst>
                    <a:ext uri="{9D8B030D-6E8A-4147-A177-3AD203B41FA5}">
                      <a16:colId xmlns:a16="http://schemas.microsoft.com/office/drawing/2014/main" val="16498451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1200" dirty="0" smtClean="0"/>
                        <a:t>Process</a:t>
                      </a:r>
                      <a:r>
                        <a:rPr lang="en-US" altLang="ko-KR" sz="1200" baseline="0" dirty="0" smtClean="0"/>
                        <a:t> </a:t>
                      </a:r>
                      <a:r>
                        <a:rPr lang="ko-KR" altLang="en-US" sz="1200" baseline="0" dirty="0" smtClean="0"/>
                        <a:t>구분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200" dirty="0" smtClean="0"/>
                        <a:t>세부 프로세스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200" dirty="0" smtClean="0"/>
                        <a:t>정책 및 운영방안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1200" dirty="0" smtClean="0"/>
                        <a:t>Case</a:t>
                      </a:r>
                      <a:r>
                        <a:rPr lang="ko-KR" altLang="en-US" sz="1200" dirty="0" smtClean="0"/>
                        <a:t>별 대응방안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200" dirty="0" smtClean="0"/>
                        <a:t>중요도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200" dirty="0" err="1" smtClean="0"/>
                        <a:t>개별담당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958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1000" dirty="0" smtClean="0"/>
                        <a:t>1. </a:t>
                      </a:r>
                      <a:r>
                        <a:rPr lang="ko-KR" altLang="en-US" sz="1000" dirty="0" smtClean="0"/>
                        <a:t>게시판 </a:t>
                      </a:r>
                      <a:r>
                        <a:rPr lang="ko-KR" altLang="en-US" sz="1000" dirty="0" smtClean="0"/>
                        <a:t>관리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en-US" altLang="ko-KR" sz="1000" dirty="0" smtClean="0"/>
                        <a:t>1.1 </a:t>
                      </a:r>
                      <a:r>
                        <a:rPr lang="ko-KR" altLang="en-US" sz="1000" dirty="0" smtClean="0"/>
                        <a:t>게시판 </a:t>
                      </a:r>
                      <a:r>
                        <a:rPr lang="ko-KR" altLang="en-US" sz="1000" dirty="0" smtClean="0"/>
                        <a:t>프로세스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000" dirty="0" smtClean="0"/>
                        <a:t>회원만 글 등록 가능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000" dirty="0" smtClean="0"/>
                        <a:t>비회원은 글쓰기 버튼이 비활성화 됨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000" dirty="0" smtClean="0"/>
                        <a:t>보통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endParaRPr lang="ko-KR" altLang="en-US" sz="100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114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 latinLnBrk="1"/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/>
                        <a:t>제목 칸은 필수로 입력 해야한다</a:t>
                      </a:r>
                      <a:r>
                        <a:rPr lang="en-US" altLang="ko-KR" sz="1000" dirty="0" smtClean="0"/>
                        <a:t>.</a:t>
                      </a:r>
                      <a:endParaRPr lang="ko-KR" altLang="en-US" sz="1000" dirty="0" smtClean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000" dirty="0" err="1" smtClean="0"/>
                        <a:t>제목칸</a:t>
                      </a:r>
                      <a:r>
                        <a:rPr lang="ko-KR" altLang="en-US" sz="1000" dirty="0" smtClean="0"/>
                        <a:t> </a:t>
                      </a:r>
                      <a:r>
                        <a:rPr lang="ko-KR" altLang="en-US" sz="1000" dirty="0" err="1" smtClean="0"/>
                        <a:t>미입력시</a:t>
                      </a:r>
                      <a:endParaRPr lang="en-US" altLang="ko-KR" sz="1000" dirty="0" smtClean="0"/>
                    </a:p>
                    <a:p>
                      <a:pPr lvl="0" algn="ctr" latinLnBrk="1"/>
                      <a:r>
                        <a:rPr lang="en-US" altLang="ko-KR" sz="1000" dirty="0" smtClean="0"/>
                        <a:t>“</a:t>
                      </a:r>
                      <a:r>
                        <a:rPr lang="ko-KR" altLang="en-US" sz="1000" dirty="0" smtClean="0"/>
                        <a:t>제목을 입력하세요</a:t>
                      </a:r>
                      <a:r>
                        <a:rPr lang="en-US" altLang="ko-KR" sz="1000" dirty="0" smtClean="0"/>
                        <a:t>” alert </a:t>
                      </a:r>
                      <a:r>
                        <a:rPr lang="ko-KR" altLang="en-US" sz="1000" dirty="0" smtClean="0"/>
                        <a:t>뜸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000" dirty="0" smtClean="0"/>
                        <a:t>중요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790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 latinLnBrk="1"/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000" dirty="0" smtClean="0"/>
                        <a:t>내용</a:t>
                      </a:r>
                      <a:r>
                        <a:rPr lang="ko-KR" altLang="en-US" sz="1000" baseline="0" dirty="0" smtClean="0"/>
                        <a:t> 칸은 필수로 입력 해야한다</a:t>
                      </a:r>
                      <a:r>
                        <a:rPr lang="en-US" altLang="ko-KR" sz="1000" baseline="0" dirty="0" smtClean="0"/>
                        <a:t>.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000" dirty="0" err="1" smtClean="0"/>
                        <a:t>내용칸</a:t>
                      </a:r>
                      <a:r>
                        <a:rPr lang="ko-KR" altLang="en-US" sz="1000" dirty="0" smtClean="0"/>
                        <a:t> </a:t>
                      </a:r>
                      <a:r>
                        <a:rPr lang="ko-KR" altLang="en-US" sz="1000" dirty="0" err="1" smtClean="0"/>
                        <a:t>미입력시</a:t>
                      </a:r>
                      <a:endParaRPr lang="en-US" altLang="ko-KR" sz="1000" dirty="0" smtClean="0"/>
                    </a:p>
                    <a:p>
                      <a:pPr lvl="0" algn="ctr" latinLnBrk="1"/>
                      <a:r>
                        <a:rPr lang="en-US" altLang="ko-KR" sz="1000" dirty="0" smtClean="0"/>
                        <a:t>“</a:t>
                      </a:r>
                      <a:r>
                        <a:rPr lang="ko-KR" altLang="en-US" sz="1000" dirty="0" smtClean="0"/>
                        <a:t>내용을 입력하세요</a:t>
                      </a:r>
                      <a:r>
                        <a:rPr lang="en-US" altLang="ko-KR" sz="1000" dirty="0" smtClean="0"/>
                        <a:t>” alert </a:t>
                      </a:r>
                      <a:r>
                        <a:rPr lang="ko-KR" altLang="en-US" sz="1000" dirty="0" smtClean="0"/>
                        <a:t>뜸</a:t>
                      </a:r>
                      <a:endParaRPr lang="ko-KR" altLang="en-US" sz="1000" dirty="0" smtClean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000" dirty="0" smtClean="0"/>
                        <a:t>중요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389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 latinLnBrk="1"/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000" dirty="0" err="1" smtClean="0"/>
                        <a:t>검색창칸</a:t>
                      </a:r>
                      <a:r>
                        <a:rPr lang="ko-KR" altLang="en-US" sz="1000" dirty="0" smtClean="0"/>
                        <a:t> 내용을 필수로 입력 해야한다</a:t>
                      </a:r>
                      <a:r>
                        <a:rPr lang="en-US" altLang="ko-KR" sz="1000" dirty="0" smtClean="0"/>
                        <a:t>.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000" dirty="0" err="1" smtClean="0"/>
                        <a:t>검색창칸</a:t>
                      </a:r>
                      <a:r>
                        <a:rPr lang="ko-KR" altLang="en-US" sz="1000" dirty="0" smtClean="0"/>
                        <a:t> </a:t>
                      </a:r>
                      <a:r>
                        <a:rPr lang="ko-KR" altLang="en-US" sz="1000" dirty="0" err="1" smtClean="0"/>
                        <a:t>미입력시</a:t>
                      </a:r>
                      <a:endParaRPr lang="en-US" altLang="ko-KR" sz="1000" dirty="0" smtClean="0"/>
                    </a:p>
                    <a:p>
                      <a:pPr lvl="0" algn="ctr" latinLnBrk="1"/>
                      <a:r>
                        <a:rPr lang="en-US" altLang="ko-KR" sz="1000" dirty="0" smtClean="0"/>
                        <a:t>“</a:t>
                      </a:r>
                      <a:r>
                        <a:rPr lang="ko-KR" altLang="en-US" sz="1000" dirty="0" smtClean="0"/>
                        <a:t>검색할 단어를 입력해 주세요</a:t>
                      </a:r>
                      <a:r>
                        <a:rPr lang="en-US" altLang="ko-KR" sz="1000" dirty="0" smtClean="0"/>
                        <a:t>” alert </a:t>
                      </a:r>
                      <a:r>
                        <a:rPr lang="ko-KR" altLang="en-US" sz="1000" dirty="0" smtClean="0"/>
                        <a:t>뜸</a:t>
                      </a:r>
                      <a:endParaRPr lang="ko-KR" altLang="en-US" sz="1000" dirty="0" smtClean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000" dirty="0" smtClean="0"/>
                        <a:t>중요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3279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 latinLnBrk="1"/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000" dirty="0" smtClean="0"/>
                        <a:t>글 삭제는 한번 삭제하면 복구 불가능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000" dirty="0" err="1" smtClean="0"/>
                        <a:t>게시글</a:t>
                      </a:r>
                      <a:r>
                        <a:rPr lang="ko-KR" altLang="en-US" sz="1000" dirty="0" smtClean="0"/>
                        <a:t> </a:t>
                      </a:r>
                      <a:r>
                        <a:rPr lang="ko-KR" altLang="en-US" sz="1000" dirty="0" err="1" smtClean="0"/>
                        <a:t>삭제시</a:t>
                      </a:r>
                      <a:endParaRPr lang="en-US" altLang="ko-KR" sz="1000" dirty="0" smtClean="0"/>
                    </a:p>
                    <a:p>
                      <a:pPr lvl="0" algn="ctr" latinLnBrk="1"/>
                      <a:r>
                        <a:rPr lang="en-US" altLang="ko-KR" sz="1000" dirty="0" smtClean="0"/>
                        <a:t>“</a:t>
                      </a:r>
                      <a:r>
                        <a:rPr lang="ko-KR" altLang="en-US" sz="1000" dirty="0" smtClean="0"/>
                        <a:t>한번 삭제한 자료는 복구할 방법이 없습니다</a:t>
                      </a:r>
                      <a:r>
                        <a:rPr lang="en-US" altLang="ko-KR" sz="1000" dirty="0" smtClean="0"/>
                        <a:t>.</a:t>
                      </a:r>
                    </a:p>
                    <a:p>
                      <a:pPr lvl="0" algn="ctr" latinLnBrk="1"/>
                      <a:r>
                        <a:rPr lang="ko-KR" altLang="en-US" sz="1000" dirty="0" smtClean="0"/>
                        <a:t>정말 삭제하겠습니까</a:t>
                      </a:r>
                      <a:r>
                        <a:rPr lang="en-US" altLang="ko-KR" sz="1000" dirty="0" smtClean="0"/>
                        <a:t>?” alert</a:t>
                      </a:r>
                      <a:r>
                        <a:rPr lang="en-US" altLang="ko-KR" sz="1000" baseline="0" dirty="0" smtClean="0"/>
                        <a:t> </a:t>
                      </a:r>
                      <a:r>
                        <a:rPr lang="ko-KR" altLang="en-US" sz="1000" baseline="0" dirty="0" smtClean="0"/>
                        <a:t>뜸</a:t>
                      </a:r>
                      <a:endParaRPr lang="ko-KR" altLang="en-US" sz="1000" dirty="0" smtClean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000" dirty="0" smtClean="0"/>
                        <a:t>중요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latinLnBrk="1"/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9571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8247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5001384" y="697005"/>
            <a:ext cx="2395878" cy="46788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개선사항</a:t>
            </a:r>
            <a:endParaRPr lang="ko-KR" altLang="en-US" sz="1400" dirty="0"/>
          </a:p>
        </p:txBody>
      </p:sp>
      <p:sp>
        <p:nvSpPr>
          <p:cNvPr id="2" name="직사각형 1"/>
          <p:cNvSpPr/>
          <p:nvPr/>
        </p:nvSpPr>
        <p:spPr>
          <a:xfrm>
            <a:off x="3003079" y="2277687"/>
            <a:ext cx="6392487" cy="279307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500" dirty="0" smtClean="0"/>
              <a:t>비회원도 글 작성 권한을 주도록 개선한다</a:t>
            </a:r>
            <a:endParaRPr lang="en-US" altLang="ko-KR" sz="1500" dirty="0" smtClean="0"/>
          </a:p>
          <a:p>
            <a:pPr marL="342900" indent="-342900" algn="ctr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500" dirty="0" smtClean="0"/>
              <a:t>글 작성자만 볼 수 있도록 비공개로 개선한다</a:t>
            </a:r>
            <a:r>
              <a:rPr lang="en-US" altLang="ko-KR" sz="1500" dirty="0" smtClean="0"/>
              <a:t>.</a:t>
            </a:r>
          </a:p>
          <a:p>
            <a:pPr marL="342900" indent="-342900" algn="ctr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500" dirty="0" err="1" smtClean="0"/>
              <a:t>댓글쓰기는</a:t>
            </a:r>
            <a:r>
              <a:rPr lang="ko-KR" altLang="en-US" sz="1500" dirty="0" smtClean="0"/>
              <a:t> 사이트 관리자만 사용가능하도록 개선한다</a:t>
            </a:r>
            <a:r>
              <a:rPr lang="en-US" altLang="ko-KR" sz="1500" dirty="0" smtClean="0"/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0216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136</Words>
  <Application>Microsoft Office PowerPoint</Application>
  <PresentationFormat>와이드스크린</PresentationFormat>
  <Paragraphs>36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6</cp:revision>
  <dcterms:created xsi:type="dcterms:W3CDTF">2023-07-20T07:57:48Z</dcterms:created>
  <dcterms:modified xsi:type="dcterms:W3CDTF">2023-07-20T08:46:20Z</dcterms:modified>
</cp:coreProperties>
</file>